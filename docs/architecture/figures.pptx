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8229600" cy="5486400"/>
  <p:notesSz cx="54864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3063240" cy="4160520"/>
          </a:xfrm>
          <a:prstGeom prst="rect">
            <a:avLst/>
          </a:prstGeom>
          <a:solidFill>
            <a:srgbClr val="EAF0F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38328" y="283464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ONE DEPLOYMENT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48056" y="566928"/>
            <a:ext cx="262432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human roles, in the 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" y="1371600"/>
            <a:ext cx="2624328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Passport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(REST API) · passport-web (UI)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record · signed passport PDFs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01752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" y="3017520"/>
            <a:ext cx="12070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service accounts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301752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865376" y="3017520"/>
            <a:ext cx="120700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Central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flcore + metadata extraction library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60220" y="1069848"/>
            <a:ext cx="0" cy="301752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1051560" y="2697480"/>
            <a:ext cx="0" cy="32004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2468880" y="2697480"/>
            <a:ext cx="0" cy="32004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228600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28600"/>
            <a:ext cx="335584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repository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feature-extraction-suite (git) · populations, features, quality criteria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18304" y="1243584"/>
            <a:ext cx="342900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1170432"/>
            <a:ext cx="342900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097280"/>
            <a:ext cx="3429000" cy="3977640"/>
          </a:xfrm>
          <a:prstGeom prst="rect">
            <a:avLst/>
          </a:prstGeom>
          <a:solidFill>
            <a:srgbClr val="E8F4F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81728" y="1152144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NODE × 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791456" y="1417320"/>
            <a:ext cx="12984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repository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 (CDM)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83096" y="1417320"/>
            <a:ext cx="12984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Studyfyr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onfhir-feast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50008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91456" y="2350008"/>
            <a:ext cx="299008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Node Agent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sync · metadata publisher · monitoring import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28269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791456" y="3282696"/>
            <a:ext cx="12984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FAIR Data Point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HealthDCAT-AP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328269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83096" y="3282696"/>
            <a:ext cx="12984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Platform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monitoring-platform (ELK)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215384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4791456" y="4215384"/>
            <a:ext cx="12984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Node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4215384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483096" y="4215384"/>
            <a:ext cx="12984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868680"/>
            <a:ext cx="0" cy="54864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7178040" y="914400"/>
            <a:ext cx="731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1746504"/>
            <a:ext cx="32004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132320" y="2075688"/>
            <a:ext cx="0" cy="27432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40680" y="3008376"/>
            <a:ext cx="0" cy="27432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7132320" y="3008376"/>
            <a:ext cx="0" cy="27432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7132320" y="3941064"/>
            <a:ext cx="0" cy="27432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3108960" y="2523744"/>
            <a:ext cx="164592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3154680" y="228600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as service accounts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 flipH="1">
            <a:off x="2468880" y="4544568"/>
            <a:ext cx="228600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head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2468880" y="3749040"/>
            <a:ext cx="0" cy="795528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3383280" y="4315968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84632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 this workspace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516636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658368" y="512064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component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4572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65176" y="320040"/>
            <a:ext cx="19385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roles, one active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21031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65176" y="2103120"/>
            <a:ext cx="19385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Central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passport-model-metadata-extraction-library: training provenance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37033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" y="3703320"/>
            <a:ext cx="19385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Node Agent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account per module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320040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25496" y="320040"/>
            <a:ext cx="276148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passport-web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 · role-gated phases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2834640" cy="3886200"/>
          </a:xfrm>
          <a:prstGeom prst="rect">
            <a:avLst/>
          </a:prstGeom>
          <a:solidFill>
            <a:srgbClr val="EAF0F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8648" y="1426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· SPRING BOOT REST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4368" y="1719072"/>
            <a:ext cx="252374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80944" y="1719072"/>
            <a:ext cx="2450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API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→ data → training → model → evaluations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44368" y="2487168"/>
            <a:ext cx="252374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80944" y="2487168"/>
            <a:ext cx="2450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role + membership of the study group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255264"/>
            <a:ext cx="252374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80944" y="3255264"/>
            <a:ext cx="24505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book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write, by a person or a SoftwareAgent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44368" y="4023360"/>
            <a:ext cx="2523744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80944" y="4023360"/>
            <a:ext cx="2450592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generation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snapshot → PDF → PAdES signature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its SHA-256; regenerating adds a version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64592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5936" y="1645920"/>
            <a:ext cx="161848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 users and machines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roles, per-study groups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5936" y="3931920"/>
            <a:ext cx="161848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data, audit log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 and signed PDFs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662940"/>
            <a:ext cx="54864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06240" y="1005840"/>
            <a:ext cx="0" cy="36576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279392" y="106984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40280" y="2606040"/>
            <a:ext cx="54864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40280" y="4206240"/>
            <a:ext cx="54864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240280" y="2331720"/>
            <a:ext cx="566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240280" y="3931920"/>
            <a:ext cx="56692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23560" y="2167128"/>
            <a:ext cx="68580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623560" y="1892808"/>
            <a:ext cx="685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23560" y="4453128"/>
            <a:ext cx="68580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623560" y="4178808"/>
            <a:ext cx="685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89204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 this workspace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521208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58368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component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64592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322576" y="164592"/>
            <a:ext cx="15270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feature-extraction-suite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repository (git)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5852160" cy="4434840"/>
          </a:xfrm>
          <a:prstGeom prst="rect">
            <a:avLst/>
          </a:prstGeom>
          <a:solidFill>
            <a:srgbClr val="E8F4F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969264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NODE (ONE PER HOSPITAL)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33088" y="1188720"/>
            <a:ext cx="1828800" cy="3977640"/>
          </a:xfrm>
          <a:prstGeom prst="rect">
            <a:avLst/>
          </a:prstGeom>
          <a:solidFill>
            <a:srgbClr val="D4EBE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42816" y="124358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NODE AGENT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56616" y="141732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repository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from the EHR by Ignifyr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22576" y="141732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Studyfyr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onfhir-feast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$extract dataset · $quality 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41732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8536" y="141732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sync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extraction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DATA_ENGINEER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56616" y="269748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model, records usage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269748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22576" y="269748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Platform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monitoring-platform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Stack dashboards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269748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88536" y="269748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import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retraining only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DATA_SCIENTIST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356616" y="420624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Node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the extracted dataset with FL Central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420624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2322576" y="420624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FAIR Data Point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HealthDCAT-AP RDF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420624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88536" y="4206240"/>
            <a:ext cx="152704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publisher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steward approval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DATA_STEWARD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417320"/>
            <a:ext cx="1097280" cy="356616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86016" y="1417320"/>
            <a:ext cx="1024128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Passport</a:t>
            </a:r>
            <a:endParaRPr lang="en-US" sz="11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86100" y="731520"/>
            <a:ext cx="0" cy="68580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159252" y="932688"/>
            <a:ext cx="1463040" cy="219456"/>
          </a:xfrm>
          <a:prstGeom prst="rect">
            <a:avLst/>
          </a:prstGeom>
          <a:solidFill>
            <a:srgbClr val="E8F4F2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of a tagged release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20240" y="1805940"/>
            <a:ext cx="36576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886200" y="1805940"/>
            <a:ext cx="36576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52160" y="1805940"/>
            <a:ext cx="109728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053328" y="1239012"/>
            <a:ext cx="8412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populations, features, datasets, quality results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0240" y="3086100"/>
            <a:ext cx="36576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886200" y="3086100"/>
            <a:ext cx="36576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52160" y="3086100"/>
            <a:ext cx="109728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053328" y="2519172"/>
            <a:ext cx="8412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evaluation of the replaced model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86100" y="2194560"/>
            <a:ext cx="0" cy="50292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159252" y="2322576"/>
            <a:ext cx="777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connector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 flipH="1">
            <a:off x="3086100" y="3749040"/>
            <a:ext cx="386334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086100" y="3474720"/>
            <a:ext cx="0" cy="27432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053328" y="3785616"/>
            <a:ext cx="8412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connector: models + measures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4594860"/>
            <a:ext cx="109728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headEnd type="triangle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6053328" y="4640580"/>
            <a:ext cx="8412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datasets, records the registration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H="1">
            <a:off x="3886200" y="4594860"/>
            <a:ext cx="365760" cy="0"/>
          </a:xfrm>
          <a:prstGeom prst="line">
            <a:avLst/>
          </a:prstGeom>
          <a:noFill/>
          <a:ln w="15875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126480" y="21031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10528" y="164592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 this workspace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26480" y="53035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6510528" y="484632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component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Product Passport: component figures</dc:title>
  <dc:subject>AI Product Passport: component figures</dc:subject>
  <dc:creator>A. Anil Sinaci</dc:creator>
  <cp:lastModifiedBy>A. Anil Sinaci</cp:lastModifiedBy>
  <cp:revision>1</cp:revision>
  <dcterms:created xsi:type="dcterms:W3CDTF">2026-09-23T12:51:07Z</dcterms:created>
  <dcterms:modified xsi:type="dcterms:W3CDTF">2026-09-23T12:51:07Z</dcterms:modified>
</cp:coreProperties>
</file>